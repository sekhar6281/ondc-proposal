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25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02920"/>
            <a:ext cx="2194560" cy="2194560"/>
          </a:xfrm>
          <a:prstGeom prst="ellipse">
            <a:avLst/>
          </a:prstGeom>
          <a:solidFill>
            <a:srgbClr val="102240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5029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C8A84B"/>
                </a:solidFill>
              </a:rPr>
              <a:t>⚖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28600" y="2834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COMMERCE STACK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703320"/>
            <a:ext cx="365760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ONDC Nodal Implementation Proposal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8D0"/>
                </a:solidFill>
              </a:rPr>
              <a:t>"One Entrepreneur Per One Family" — CM's Vision | Delivery Vehicle: AP Commerce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4617720"/>
            <a:ext cx="8814816" cy="384048"/>
          </a:xfrm>
          <a:prstGeom prst="rect">
            <a:avLst/>
          </a:prstGeom>
          <a:solidFill>
            <a:srgbClr val="1A346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360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A84B"/>
                </a:solidFill>
              </a:rPr>
              <a:t>SUBMITTED BY: </a:t>
            </a:r>
            <a:r>
              <a:rPr lang="en-US" sz="900" dirty="0">
                <a:solidFill>
                  <a:srgbClr val="C5C8D0"/>
                </a:solidFill>
              </a:rPr>
              <a:t>Zian Technologies LLP, Visakhapatnam  |  </a:t>
            </a:r>
            <a:r>
              <a:rPr lang="en-US" sz="900" b="1" dirty="0">
                <a:solidFill>
                  <a:srgbClr val="C8A84B"/>
                </a:solidFill>
              </a:rPr>
              <a:t>SUBMITTED TO: </a:t>
            </a:r>
            <a:r>
              <a:rPr lang="en-US" sz="900" dirty="0">
                <a:solidFill>
                  <a:srgbClr val="C5C8D0"/>
                </a:solidFill>
              </a:rPr>
              <a:t>Government of Andhra Pradesh — Dept. of IT&amp;C / Commerce &amp; Industries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Andhra Pradesh Loses Every Single 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5C8D0"/>
                </a:solidFill>
              </a:rPr>
              <a:t>Private platforms extract value from AP's 5.3 crore consumers and 35 lakh+ MSMEs while the state earns zero.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91640"/>
          <a:ext cx="758952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COMMERCE VERTICAL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PLATFORM EXTRACTING VALUE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COMMISSION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AP STATE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Food Delivery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Swiggy / Zomato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18–25%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Grocery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Blinkit / Zepto / Big Basket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Full margin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Ticket Booking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BookMyShow / Paytm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Convenience fee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GI Tag Products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Amazon / Flipkart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Sold without auth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MSME Products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Flipkart Commerce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30–35%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Freelance / Services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Urban Company / UrbanClap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25–30%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THE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is the Anchor State — First Mover Advantage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160520" cy="1719072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389888"/>
            <a:ext cx="3941064" cy="94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35L+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" y="2174077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7A"/>
                </a:solidFill>
              </a:rPr>
              <a:t>MSME Units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C8D0"/>
                </a:solidFill>
              </a:rPr>
              <a:t>National commerce access is stated policy priority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60520" cy="1719072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389888"/>
            <a:ext cx="3941064" cy="94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64608" y="2174077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7A"/>
                </a:solidFill>
              </a:rPr>
              <a:t>Population in Agri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633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C8D0"/>
                </a:solidFill>
              </a:rPr>
              <a:t>Highest agri output in South India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60520" cy="1719072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264408"/>
            <a:ext cx="3941064" cy="94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14L+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29768" y="4048597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7A"/>
                </a:solidFill>
              </a:rPr>
              <a:t>ONDC Daily Txns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507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C8D0"/>
                </a:solidFill>
              </a:rPr>
              <a:t>National network operational &amp; scaling fast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719072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3264408"/>
            <a:ext cx="3941064" cy="94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64608" y="4048597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7A"/>
                </a:solidFill>
              </a:rPr>
              <a:t>South India First Mover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4507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C8D0"/>
                </a:solidFill>
              </a:rPr>
              <a:t>No south Indian state has claimed ONDC NP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C8D0"/>
                </a:solidFill>
              </a:rPr>
              <a:t>ONDC surpassed 14 lakh daily transactions in 2024. The Nagaland Ilandlo precedent (2023) fully validates the governance model.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Commerce Stack — Architecture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5C8D0"/>
                </a:solidFill>
              </a:rPr>
              <a:t>APCS is state-owned digital commerce middleware on ONDC. Government of AP owns the platform, the data, and the revenue. Zian builds and operates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749808"/>
          </a:xfrm>
          <a:prstGeom prst="rect">
            <a:avLst/>
          </a:prstGeom>
          <a:solidFill>
            <a:srgbClr val="1A3460"/>
          </a:solidFill>
          <a:ln w="1524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84B"/>
                </a:solidFill>
              </a:rPr>
              <a:t>LAYER 3 — ONDC NATIONAL PROTOCOL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Open protocol operated by ONDC Foundation / DPIIT. AP joins as certified Network Participant. Every AP seller gets national market access instantly.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8503920" cy="749808"/>
          </a:xfrm>
          <a:prstGeom prst="rect">
            <a:avLst/>
          </a:prstGeom>
          <a:solidFill>
            <a:srgbClr val="1A4A2A"/>
          </a:solidFill>
          <a:ln w="1524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32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84B"/>
                </a:solidFill>
              </a:rPr>
              <a:t>LAYER 2 — APCS STATE MIDDLEWARE (CORE)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Government-owned platform: Aadhaar identity, payment settlement, GST compliance, advertising marketplace, analytics, Brand Andhra GI registry. Operated by Zian as TSP.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8503920" cy="749808"/>
          </a:xfrm>
          <a:prstGeom prst="rect">
            <a:avLst/>
          </a:prstGeom>
          <a:solidFill>
            <a:srgbClr val="2D1A0A"/>
          </a:solidFill>
          <a:ln w="1524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55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84B"/>
                </a:solidFill>
              </a:rPr>
              <a:t>LAYER 1 — 8 COMMERCE VERTICALS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Food Delivery  |  Grocery  |  Ticket Booking  |  My Services  |  Brand Andhra (GI)  |  My Products  |  MSME Products  |  Agri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2395728"/>
            <a:ext cx="365760" cy="10972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23774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A84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218688"/>
            <a:ext cx="365760" cy="10972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32004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A84B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97A"/>
                </a:solidFill>
              </a:rPr>
              <a:t>NPCI owns UPI. Government of AP will own APCS — the state's commerce operating system.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4988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5C8D0"/>
                </a:solidFill>
              </a:rPr>
              <a:t>Zian Technologies LLP — Nodal Agency + Technology Service Provider. Single-window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PLATFORM SCOPE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Commerce Verticals — Unified Under AP Governance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325880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" y="14173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" y="1856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Food Delivery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30552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Govt-governed Swiggy/Zomato alternative. FSSAI-compliant. Commission set by GoAP.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14016" y="1325880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14016" y="14173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05456" y="1856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Ticket Booking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2130552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Single AP layer: cinema, culture, sports, pilgrimage, govt facilities. Convenience fee → state.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626864" y="1325880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4173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1856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Grocery Delivery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2130552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Hyperlocal kirana network. Telugu-language interface. Rural Tier-3/4 inclusion.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39712" y="1325880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9712" y="14173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31152" y="1856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Agri 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12864" y="2130552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Farmer direct-to-buyer. eNAM integration. Eliminates intermediaries. Guntur chilli, Banganapalli mango.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01168" y="3081528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1168" y="31729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🏺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92608" y="3611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Brand Andhra (GI)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88620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Govt-authenticated GI store. Kondapalli Toys, Kalamkari. International export gateway.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2414016" y="3081528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14016" y="31729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505456" y="3611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MSME Products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87168" y="388620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35L+ MSME units on national ONDC network. B2B discovery + Govt procurement overlay.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626864" y="3081528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26864" y="31729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18304" y="3611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My 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388620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Electricians, plumbers, tutors, doctors. Aadhaar-verified. Escrow payment. APSSDC certified.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839712" y="3081528"/>
            <a:ext cx="2084832" cy="16276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9712" y="31729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31152" y="3611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84B"/>
                </a:solidFill>
              </a:rPr>
              <a:t>My Products (D2C)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12864" y="388620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C5C8D0"/>
                </a:solidFill>
              </a:rPr>
              <a:t>Direct-to-consumer for home-based sellers. GST auto-invoice. National ONDC reach Day 1.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REVENUE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Independent Income Streams for the State Exchequer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5C8D0"/>
                </a:solidFill>
              </a:rPr>
              <a:t>Every transaction on APCS is a revenue event for Government of Andhra Pradesh. No dependency on a single vertical or partner.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45920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459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Platform Transaction Fee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Micro-levy on every completed transaction. Rate set by GoAP. Differentiated per vertical.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1880" y="17190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45920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459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5232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Advertising &amp; Sponsored Listings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85232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State-owned digital ad marketplace. National brands pay to reach AP consumers. Seasonal campaign slots.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0" y="17190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24912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24912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" y="2798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Brand Andhra GI Certification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" y="3044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Annual certification fee. Export per-shipment fee. Counterfeit penalty revenue.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11880" y="2798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0" y="2724912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724912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24912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85232" y="2798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Seller SaaS Subscriptions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85232" y="3044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Tiered: Free / Growth / Enterprise. Analytics, priority placement, API access.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46720" y="2798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803904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803904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03904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0392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GST Compliance Services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" y="4123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Auto-invoice, GSTR-1 auto-population, e-way bill. Monthly subscription per seller.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11880" y="3877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9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803904"/>
            <a:ext cx="4206240" cy="1005840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03904"/>
            <a:ext cx="45720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03904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85232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</a:rPr>
              <a:t>Government Procurement Marketplace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4123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AP departments procure from MSMEs on APCS. Vendor registration + bid processing fee.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3877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B4A6"/>
                </a:solidFill>
              </a:rPr>
              <a:t>Live: Month 22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7A"/>
                </a:solidFill>
              </a:rPr>
              <a:t>Revenue scales with AP's economy. No cap. No ceiling. The more the state grows — the more the state earns.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CM'S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Entrepreneur Per One Family" — Operationalized at Scale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743200" cy="2194560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A84B"/>
                </a:solidFill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8D0"/>
                </a:solidFill>
              </a:rPr>
              <a:t>Months 1–6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Active Entrepreneurs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3 pilot districts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Food, Grocery, My Services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298448"/>
            <a:ext cx="2743200" cy="2194560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A84B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8D0"/>
                </a:solidFill>
              </a:rPr>
              <a:t>Months 7–18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18688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18688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Active Entrepreneurs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All 26 districts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All 8 verticals live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17336" y="1298448"/>
            <a:ext cx="2743200" cy="2194560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17336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A84B"/>
                </a:solidFill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17336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8D0"/>
                </a:solidFill>
              </a:rPr>
              <a:t>Months 19–36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17336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17336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Active Entrepreneurs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08776" y="2834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Families with active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8D0"/>
                </a:solidFill>
              </a:rPr>
              <a:t>digital commerce income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566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PRIORITY COHORTS FOR DELIVERY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13632"/>
            <a:ext cx="164592" cy="16459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86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Women SHG Members — Food, Handloom, Craft (First Priority)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160520"/>
            <a:ext cx="164592" cy="16459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33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SC/ST Artisans &amp; Traditional Craft Families — Brand Andhra GI vertical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164592" cy="16459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79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Rural Youth (18–30) — Agri, My Services, My Products + APSSDC skill certification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654296"/>
            <a:ext cx="164592" cy="16459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8D0"/>
                </a:solidFill>
              </a:rPr>
              <a:t>Migrant Returnee Workers — My Services and Food; APCS as re-integration vehicle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PROPOSING ENTITY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Zian Technologies LLP — Dual Mandate, Single Accountability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14800" cy="3474720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98448"/>
            <a:ext cx="4114800" cy="384048"/>
          </a:xfrm>
          <a:prstGeom prst="rect">
            <a:avLst/>
          </a:prstGeom>
          <a:solidFill>
            <a:srgbClr val="C8A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NODAL AGENCY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922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Revenue remittance to GoAP within 7 working days of month close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214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Real-time APCS Revenue Ledger accessible to designated officers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505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Annual CAG-empanelled audit; results tabled with state legislature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797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All commission &amp; fee rates set exclusively by Government of AP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089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Brand Andhra GI certification authority vested in government body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3814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Seller grievance redressal: L1 24hrs, L2 72hrs, L3 7 days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146304" cy="146304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Data sovereignty: all data owned by Government of AP; stored in AP SDC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709160" y="1298448"/>
            <a:ext cx="4114800" cy="3474720"/>
          </a:xfrm>
          <a:prstGeom prst="rect">
            <a:avLst/>
          </a:prstGeom>
          <a:solidFill>
            <a:srgbClr val="102240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298448"/>
            <a:ext cx="4114800" cy="384048"/>
          </a:xfrm>
          <a:prstGeom prst="rect">
            <a:avLst/>
          </a:prstGeom>
          <a:solidFill>
            <a:srgbClr val="00B4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TECHNOLOGY SERVICE PROVIDER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810512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7922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ONDC Network Participant integration — buyer app, seller app, logistics NP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846320" y="2139696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1214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Telugu-language-first UX; mobile-first progressive web app + Android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846320" y="2468880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4505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Aadhaar/DigiLocker identity; UPI/RuPay payment settlement; GSTN integration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846320" y="2798064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7797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99.5% uptime SLA; 98% transaction success rate; auto-refund on failure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846320" y="3127248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1089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ISO 27001 compliance within 18 months; bi-annual penetration testing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846320" y="3456432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43814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Full data portability: GoAP can export all data with 30-day notice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846320" y="3785616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6-month guaranteed handover in any exit scenario — zero lock-in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E8C97A"/>
                </a:solidFill>
              </a:rPr>
              <a:t>These two roles are inseparable. The same entity that builds the platform is accountable for what it produces. No outsourced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36-Month Phased Roadmap to Self-Sustaining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1170432"/>
          </a:xfrm>
          <a:prstGeom prst="rect">
            <a:avLst/>
          </a:prstGeom>
          <a:solidFill>
            <a:srgbClr val="102240"/>
          </a:solidFill>
          <a:ln w="1524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2011680" cy="3200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9844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PHASE 1 — FOUNDATION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95728" y="1335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84B"/>
                </a:solidFill>
              </a:rPr>
              <a:t>Months 1–6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645920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MoU executed; APCS registered as ONDC Network Participant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911096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APCS Governing Council constituted by Government Order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176272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Platform core developed: buyer app, seller app, payment, ONDC integration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645920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Brand Andhra GI Registry launched — first 25 certified GI products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1911096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3-district pilot: Food, Grocery, My Services go live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Advertising marketplace beta — first ad revenue to government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8503920" cy="1170432"/>
          </a:xfrm>
          <a:prstGeom prst="rect">
            <a:avLst/>
          </a:prstGeom>
          <a:solidFill>
            <a:srgbClr val="102240"/>
          </a:solidFill>
          <a:ln w="1524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60320"/>
            <a:ext cx="2011680" cy="3200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6032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PHASE 2 — SCALE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95728" y="2596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A6"/>
                </a:solidFill>
              </a:rPr>
              <a:t>Months 7–18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2907792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Statewide rollout: all 26 districts, all 8 verticals live by Month 12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172968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Ticket Booking module: cinema, events, tourism, government facilities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438144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MSME &amp; Agri marketplace: RBK network integration for farmer onboarding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2907792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GST compliance layer live; subscription revenue begins Month 9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3172968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1,00,000 active entrepreneurs on CM Dashboard by Month 18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3438144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First annual CAG-empanelled revenue audit submitted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822192"/>
            <a:ext cx="8503920" cy="1170432"/>
          </a:xfrm>
          <a:prstGeom prst="rect">
            <a:avLst/>
          </a:prstGeom>
          <a:solidFill>
            <a:srgbClr val="102240"/>
          </a:solidFill>
          <a:ln w="15240">
            <a:solidFill>
              <a:srgbClr val="E8C9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22192"/>
            <a:ext cx="2011680" cy="32004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822192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PHASE 3 — OPTIMISE &amp; EXPORT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95728" y="3858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97A"/>
                </a:solidFill>
              </a:rPr>
              <a:t>Months 19–36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169664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Brand Andhra Export Gateway live — international buyers transact on APCS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434840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Government Procurement Marketplace integrated with Central GeM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700016"/>
            <a:ext cx="4160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Credit Bridge: APCS Transaction Certificate for bank credit access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4169664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5,00,000 active family entrepreneurs — CM vision delivered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4434840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Platform operating costs fully covered by platform revenue (Month 30)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4700016"/>
            <a:ext cx="411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8D0"/>
                </a:solidFill>
              </a:rPr>
              <a:t>▸  IP transfer review: GoAP exercises ownership option on APCS platform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GOVERNANCE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APCS Governing Council — Government Authority, Full Accountability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75426"/>
              </p:ext>
            </p:extLst>
          </p:nvPr>
        </p:nvGraphicFramePr>
        <p:xfrm>
          <a:off x="320040" y="1298448"/>
          <a:ext cx="8503920" cy="32461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COUNCIL MEMBER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A84B"/>
                          </a:solidFill>
                        </a:rPr>
                        <a:t>Principal Secretary, IT&amp;C (CHAIR)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Policy authority; final approval on fee structure changes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Principal Secretary, Commerce &amp; Industries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Commerce policy oversight; MSME and GI vertical governance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Principal Secretary, Agriculture &amp; Cooperation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Agri vertical policy; RBK integration oversight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 smtClean="0">
                          <a:solidFill>
                            <a:srgbClr val="FFFFFF"/>
                          </a:solidFill>
                        </a:rPr>
                        <a:t>Director, APEITA</a:t>
                      </a:r>
                      <a:r>
                        <a:rPr lang="en-US" sz="9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GB" sz="950" dirty="0" smtClean="0">
                          <a:solidFill>
                            <a:schemeClr val="bg1"/>
                          </a:solidFill>
                        </a:rPr>
                        <a:t>AP Electronics And Information Tech. Agency)</a:t>
                      </a:r>
                      <a:endParaRPr lang="en-US" sz="9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Vendor compliance and procurement governance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CEO, Zian Technologies LLP (Nodal Agency Head)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Platform performance; revenue reporting; escalation management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CTO, Zian Technologies LLP (TSP Lead)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Technical architecture; SLA compliance; ONDC protocol governance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Nominee — ONDC Foundation (Observer)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Protocol compliance; national network alignment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AP MSME Sector Representative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5C8D0"/>
                          </a:solidFill>
                        </a:rPr>
                        <a:t>MSME vertical oversight; seller welfare representation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7A"/>
                </a:solidFill>
              </a:rPr>
              <a:t>Reporting: Monthly to PS IT&amp;C | Quarterly Council Review | Annual CAG Audit tabled in State Legislature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C8D0"/>
                </a:solidFill>
              </a:rPr>
              <a:t>All platform IP developed for APCS is owned by Government of Andhra Pradesh. Full data portability. Zero lock-in.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POLICY ALIGNMENT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APCS Aligns with 8 National &amp; State Policy Mandates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3716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Digital India Mission (MeitY)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" y="164592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Direct implementation infrastructure for Digital India commerce digitization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3716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ONDC National Expansion (DPIIT)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01184" y="164592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Registers GoAP as Network Participant — fulfills DPIIT's stated state-government priority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0040" y="2221992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21992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22677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PM GatiShakti Master Plan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" y="25420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Logistics integration and district-level connectivity supports last-mile commerce objective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54880" y="2221992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21992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2677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One District One Product (ODOP)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01184" y="25420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Brand Andhra operationalizes ODOP for all AP districts with authenticated digital storefronts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20040" y="3118104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18104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31638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AP Vision 2047 Industrial Policy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" y="343814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MSME and agri verticals support AP's $2.4T GSDP target — digital commerce formalization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54880" y="3118104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118104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31638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National Credit Guarantee Scheme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343814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APCS Transaction Certificates integrate with credit guarantee — expands micro-entrepreneur credit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20040" y="4014216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14216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40599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DPIIT Startup India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" y="433425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My Products &amp; My Brand verticals provide AP startup sellers a government-backed marketplace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754880" y="4014216"/>
            <a:ext cx="4206240" cy="804672"/>
          </a:xfrm>
          <a:prstGeom prst="rect">
            <a:avLst/>
          </a:prstGeom>
          <a:solidFill>
            <a:srgbClr val="102240"/>
          </a:solidFill>
          <a:ln w="12700">
            <a:solidFill>
              <a:srgbClr val="1A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4014216"/>
            <a:ext cx="73152" cy="8046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0599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4B"/>
                </a:solidFill>
              </a:rPr>
              <a:t>National Agri Export Policy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01184" y="433425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APCS Agri Export Gateway: AP GI agri products gain certified government-authenticated export channel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FORMAL REQUEST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Actions Requested from Government of Andhra Pradesh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84B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5C8D0"/>
                </a:solidFill>
              </a:rPr>
              <a:t>These actions are sequenced. None requires capital outlay from the state government at this stage.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768096"/>
          </a:xfrm>
          <a:prstGeom prst="rect">
            <a:avLst/>
          </a:prstGeom>
          <a:solidFill>
            <a:srgbClr val="102240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27632"/>
            <a:ext cx="777240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27632"/>
            <a:ext cx="777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ASK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70432" y="1673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Letter of Intent — Department of IT&amp;C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0432" y="19293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ACTION: Principal Secretary IT&amp;C issues LoI appointing Zian as proposed Nodal Agency &amp; TSP for APCS.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170432" y="213969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A6"/>
                </a:solidFill>
              </a:rPr>
              <a:t>Enables ONDC NP registration &amp; platform development to begin. Zero financial commitment.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478024"/>
            <a:ext cx="8503920" cy="768096"/>
          </a:xfrm>
          <a:prstGeom prst="rect">
            <a:avLst/>
          </a:prstGeom>
          <a:solidFill>
            <a:srgbClr val="102240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78024"/>
            <a:ext cx="777240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78024"/>
            <a:ext cx="777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ASK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70432" y="2523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APEITA Registration &amp; Vendor Empanelment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0432" y="277977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ACTION: Formal empanelment of Zian Technologies through APEITA in digital commerce &amp; e-governance category.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170432" y="29900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A6"/>
                </a:solidFill>
              </a:rPr>
              <a:t>Enables MoU execution, development procurement, and revenue-sharing agreement activation.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328416"/>
            <a:ext cx="8503920" cy="768096"/>
          </a:xfrm>
          <a:prstGeom prst="rect">
            <a:avLst/>
          </a:prstGeom>
          <a:solidFill>
            <a:srgbClr val="102240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28416"/>
            <a:ext cx="777240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28416"/>
            <a:ext cx="777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ASK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0432" y="33741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Government Order — APCS Governing Council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70432" y="363016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ACTION: GO constituting the APCS Governing Council as defined in the proposal. Published in AP Gazette.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170432" y="38404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A6"/>
                </a:solidFill>
              </a:rPr>
              <a:t>Formally vests governance authority; establishes accountability chain between Zian &amp; GoAP.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178808"/>
            <a:ext cx="8503920" cy="768096"/>
          </a:xfrm>
          <a:prstGeom prst="rect">
            <a:avLst/>
          </a:prstGeom>
          <a:solidFill>
            <a:srgbClr val="102240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78808"/>
            <a:ext cx="777240" cy="76809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78808"/>
            <a:ext cx="777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ASK 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70432" y="4224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Pilot District Authorization — 3 Districts, 90 Days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70432" y="448056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5C8D0"/>
                </a:solidFill>
              </a:rPr>
              <a:t>ACTION: Sanction of 90-day live pilot in 3 AP districts: Food Delivery, Grocery, and My Services verticals.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170432" y="46908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A6"/>
                </a:solidFill>
              </a:rPr>
              <a:t>Generates live data, first revenue events, and measurable PoC for statewide rollout approval.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IS NOW.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3657600" cy="45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8D0"/>
                </a:solidFill>
              </a:rPr>
              <a:t>▸  The Nagaland Ilandlo model has proven the governance architecture.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739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8D0"/>
                </a:solidFill>
              </a:rPr>
              <a:t>▸  The NPCI-UPI precedent has proven the revenue model at national scale.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8D0"/>
                </a:solidFill>
              </a:rPr>
              <a:t>▸  The CM's vision has defined the social and economic objective.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8D0"/>
                </a:solidFill>
              </a:rPr>
              <a:t>▸  ONDC is live, expanding, and time-sensitive — first-mover advantage is available today.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8D0"/>
                </a:solidFill>
              </a:rPr>
              <a:t>▸  All three threads converge in the AP Commerce Stack.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3429000"/>
            <a:ext cx="8686800" cy="1143000"/>
          </a:xfrm>
          <a:prstGeom prst="rect">
            <a:avLst/>
          </a:prstGeom>
          <a:solidFill>
            <a:srgbClr val="102240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49300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transaction on AP Commerce Stack is a revenue event for Government of Andhra Pradesh.
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seller registered is a family empowered. Every rupee earned is the CM's vision made real."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46817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8D0"/>
                </a:solidFill>
              </a:rPr>
              <a:t>Bhushan Thangirala — CEO, Zian Technologies LLP  |  Proposed Nodal Agency Head, AP Commerce Stack  |  Visakhapatnam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1931</Words>
  <Application>Microsoft Office PowerPoint</Application>
  <PresentationFormat>On-screen Show (16:9)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Commerce Stack — Government of Andhra Pradesh</dc:title>
  <dc:subject>PptxGenJS Presentation</dc:subject>
  <dc:creator>Zian Technologies LLP</dc:creator>
  <cp:lastModifiedBy>SV ENVIRO LABS</cp:lastModifiedBy>
  <cp:revision>3</cp:revision>
  <dcterms:created xsi:type="dcterms:W3CDTF">2026-05-09T08:04:35Z</dcterms:created>
  <dcterms:modified xsi:type="dcterms:W3CDTF">2026-05-11T05:52:22Z</dcterms:modified>
</cp:coreProperties>
</file>